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sldIdLst>
    <p:sldId id="256" r:id="rId9"/>
    <p:sldId id="257" r:id="rId10"/>
    <p:sldId id="258" r:id="rId11"/>
    <p:sldId id="259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E0F299-BFC9-492B-A260-AF9AACD976D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錄頁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FB5E65-A70C-4DDF-B6B3-9A4B1A29B8D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in Title Block_1 Content Block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2C69D-521D-41DD-BBA2-3C7CA5B51F6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內頁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93801C4-2CF4-45CF-9139-F8B660E7858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D6F8C2F-03EA-4443-B321-3E4A4E04C1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57B0258-1D15-4FBC-864F-71DE6DCBC4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標題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6E778B3-00A0-4902-90CC-AC729E5A996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A81CA9-EF53-4228-9C28-FFA020DDE0DC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369000" y="194400"/>
            <a:ext cx="11360520" cy="96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請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按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這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裡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編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輯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題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名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文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字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格</a:t>
            </a:r>
            <a:r>
              <a:rPr b="0" lang="zh-TW" sz="374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374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33920" cy="79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3120" y="279720"/>
            <a:ext cx="245880" cy="793800"/>
          </a:xfrm>
          <a:prstGeom prst="rect">
            <a:avLst/>
          </a:prstGeom>
          <a:gradFill rotWithShape="0">
            <a:gsLst>
              <a:gs pos="0">
                <a:srgbClr val="029676"/>
              </a:gs>
              <a:gs pos="100000">
                <a:srgbClr val="71da9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6A820A-5B90-43C9-A819-C4D05B9BE50E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Shape 1"/>
          <p:cNvSpPr/>
          <p:nvPr/>
        </p:nvSpPr>
        <p:spPr>
          <a:xfrm>
            <a:off x="1066680" y="1905120"/>
            <a:ext cx="7365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1066680" y="3530520"/>
            <a:ext cx="7365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066680" y="4343400"/>
            <a:ext cx="7365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" name="圖片 32" descr=""/>
          <p:cNvPicPr/>
          <p:nvPr/>
        </p:nvPicPr>
        <p:blipFill>
          <a:blip r:embed="rId3">
            <a:alphaModFix amt="80000"/>
          </a:blip>
          <a:stretch/>
        </p:blipFill>
        <p:spPr>
          <a:xfrm rot="21178200">
            <a:off x="7708320" y="5510520"/>
            <a:ext cx="4721040" cy="13906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136600" y="1921320"/>
            <a:ext cx="875952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Chapter 1 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Chapter 2 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4"/>
          <a:stretch/>
        </p:blipFill>
        <p:spPr>
          <a:xfrm>
            <a:off x="11614680" y="60912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295280" y="1921320"/>
            <a:ext cx="840960" cy="420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ts val="3600"/>
              </a:lnSpc>
              <a:spcBef>
                <a:spcPts val="64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3200" spc="-69" strike="noStrike">
                <a:ln>
                  <a:solidFill>
                    <a:schemeClr val="lt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Arial"/>
                <a:ea typeface="Inter"/>
              </a:rPr>
              <a:t>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41080" y="609120"/>
            <a:ext cx="107262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672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Title Goes Here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請按</a:t>
            </a: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這裡</a:t>
            </a: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編輯</a:t>
            </a: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題名</a:t>
            </a: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文字</a:t>
            </a:r>
            <a:r>
              <a:rPr b="0" lang="zh-TW" sz="1800" spc="-1" strike="noStrike">
                <a:solidFill>
                  <a:schemeClr val="dk1"/>
                </a:solidFill>
                <a:latin typeface="Arial"/>
              </a:rPr>
              <a:t>格式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18" name="Shape 1"/>
          <p:cNvSpPr/>
          <p:nvPr/>
        </p:nvSpPr>
        <p:spPr>
          <a:xfrm>
            <a:off x="685800" y="1324080"/>
            <a:ext cx="3454200" cy="40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685800" y="2160720"/>
            <a:ext cx="325080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838080" y="4645080"/>
            <a:ext cx="309852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838080" y="3527280"/>
            <a:ext cx="309852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Shape 0"/>
          <p:cNvSpPr/>
          <p:nvPr/>
        </p:nvSpPr>
        <p:spPr>
          <a:xfrm>
            <a:off x="0" y="1185480"/>
            <a:ext cx="12191760" cy="5672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sldNum" idx="3"/>
          </p:nvPr>
        </p:nvSpPr>
        <p:spPr>
          <a:xfrm>
            <a:off x="11166120" y="62485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699894-C5E9-4EE8-90BD-021B47E88EF3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41080" y="609120"/>
            <a:ext cx="107262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672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Title Goes Here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3"/>
          <a:stretch/>
        </p:blipFill>
        <p:spPr>
          <a:xfrm>
            <a:off x="11614680" y="60912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41080" y="1667880"/>
            <a:ext cx="10726200" cy="458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42720" indent="-306000">
              <a:lnSpc>
                <a:spcPct val="115000"/>
              </a:lnSpc>
              <a:buClr>
                <a:srgbClr val="455f51"/>
              </a:buClr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Cli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ck 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to 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edi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t 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co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nte</a:t>
            </a:r>
            <a:r>
              <a:rPr b="0" lang="en-US" sz="18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20000" indent="-270000">
              <a:lnSpc>
                <a:spcPct val="115000"/>
              </a:lnSpc>
              <a:buClr>
                <a:srgbClr val="455f51"/>
              </a:buClr>
              <a:buFont typeface="Wingdings" charset="2"/>
              <a:buChar char=""/>
            </a:pP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S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c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o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n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d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 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v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026000" indent="-216000">
              <a:lnSpc>
                <a:spcPct val="115000"/>
              </a:lnSpc>
              <a:buClr>
                <a:srgbClr val="455f51"/>
              </a:buClr>
              <a:buFont typeface="Wingdings" charset="2"/>
              <a:buChar char=""/>
            </a:pP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T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h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i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r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d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 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v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386000" indent="-216000">
              <a:lnSpc>
                <a:spcPct val="115000"/>
              </a:lnSpc>
              <a:buClr>
                <a:srgbClr val="455f51"/>
              </a:buClr>
              <a:buFont typeface="Wingdings" charset="2"/>
              <a:buChar char=""/>
            </a:pP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F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o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u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r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t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h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 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v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1674000" indent="-216000">
              <a:lnSpc>
                <a:spcPct val="115000"/>
              </a:lnSpc>
              <a:buClr>
                <a:srgbClr val="455f51"/>
              </a:buClr>
              <a:buFont typeface="Wingdings" charset="2"/>
              <a:buChar char=""/>
            </a:pP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F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i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f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t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h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 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v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e</a:t>
            </a:r>
            <a:r>
              <a:rPr b="0" lang="en-US" sz="1400" spc="-1" strike="noStrike">
                <a:solidFill>
                  <a:schemeClr val="lt1">
                    <a:lumMod val="95000"/>
                    <a:lumOff val="5000"/>
                  </a:schemeClr>
                </a:solidFill>
                <a:latin typeface="Arial"/>
                <a:ea typeface="Arial"/>
              </a:rPr>
              <a:t>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2CA9D9-A912-431E-AD19-B602A751B4BB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矩形 4"/>
          <p:cNvSpPr/>
          <p:nvPr/>
        </p:nvSpPr>
        <p:spPr>
          <a:xfrm>
            <a:off x="0" y="1388520"/>
            <a:ext cx="12191760" cy="546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9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293400" y="203040"/>
            <a:ext cx="6665760" cy="108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請按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這裡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編輯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題名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文字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格式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31" name="Google Shape;11;p1"/>
          <p:cNvCxnSpPr/>
          <p:nvPr/>
        </p:nvCxnSpPr>
        <p:spPr>
          <a:xfrm>
            <a:off x="7221960" y="824400"/>
            <a:ext cx="457164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80880" y="1534320"/>
            <a:ext cx="11395080" cy="46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343080" indent="-343080">
              <a:lnSpc>
                <a:spcPct val="115000"/>
              </a:lnSpc>
              <a:buClr>
                <a:srgbClr val="10a4c9"/>
              </a:buClr>
              <a:buFont typeface="Arial"/>
              <a:buChar char="•"/>
            </a:pPr>
            <a:r>
              <a:rPr b="0" lang="zh-TW" sz="1800" spc="-1" strike="noStrike">
                <a:solidFill>
                  <a:schemeClr val="dk1"/>
                </a:solidFill>
                <a:latin typeface="Arial"/>
                <a:ea typeface="Arial"/>
              </a:rPr>
              <a:t>按一下以新增內容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34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5" name="bg object 17" descr=""/>
          <p:cNvPicPr/>
          <p:nvPr/>
        </p:nvPicPr>
        <p:blipFill>
          <a:blip r:embed="rId3"/>
          <a:stretch/>
        </p:blipFill>
        <p:spPr>
          <a:xfrm>
            <a:off x="7641000" y="5244120"/>
            <a:ext cx="4550760" cy="1613520"/>
          </a:xfrm>
          <a:prstGeom prst="rect">
            <a:avLst/>
          </a:prstGeom>
          <a:ln w="0">
            <a:noFill/>
          </a:ln>
        </p:spPr>
      </p:pic>
      <p:pic>
        <p:nvPicPr>
          <p:cNvPr id="36" name="bg object 18" descr=""/>
          <p:cNvPicPr/>
          <p:nvPr/>
        </p:nvPicPr>
        <p:blipFill>
          <a:blip r:embed="rId4"/>
          <a:stretch/>
        </p:blipFill>
        <p:spPr>
          <a:xfrm>
            <a:off x="10078560" y="342000"/>
            <a:ext cx="158040" cy="15804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請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按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這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裡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編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輯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題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名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文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字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格</a:t>
            </a:r>
            <a:r>
              <a:rPr b="0" lang="zh-TW" sz="3200" spc="-1" strike="noStrike">
                <a:solidFill>
                  <a:schemeClr val="dk1"/>
                </a:solidFill>
                <a:latin typeface="Arial"/>
              </a:rPr>
              <a:t>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&lt;日期/時間&gt;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7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marL="50760" indent="0" algn="r" defTabSz="914400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  <a:defRPr b="0" lang="en-US" sz="1000" spc="-35" strike="noStrike">
                <a:solidFill>
                  <a:schemeClr val="dk2"/>
                </a:solidFill>
                <a:latin typeface="Century Gothic"/>
                <a:ea typeface="Arial"/>
              </a:defRPr>
            </a:lvl1pPr>
          </a:lstStyle>
          <a:p>
            <a:pPr marL="50760" indent="0" algn="r" defTabSz="914400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</a:pPr>
            <a:fld id="{67EF3573-C03D-4C60-8A54-53A680ABDC69}" type="slidenum">
              <a:rPr b="0" lang="en-US" sz="1000" spc="-35" strike="noStrike">
                <a:solidFill>
                  <a:schemeClr val="dk2"/>
                </a:solidFill>
                <a:latin typeface="Century Gothic"/>
                <a:ea typeface="Arial"/>
              </a:rPr>
              <a:t>&lt;編號&gt;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按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一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下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以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編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輯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母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片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標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題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樣</a:t>
            </a:r>
            <a:r>
              <a:rPr b="0" lang="zh-TW" sz="6000" spc="-1" strike="noStrike">
                <a:solidFill>
                  <a:schemeClr val="dk1"/>
                </a:solidFill>
                <a:latin typeface="Arial"/>
                <a:ea typeface="Arial"/>
              </a:rPr>
              <a:t>式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&lt;日期/時間&gt;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916160-CD70-4592-AA62-F2EEFB170ED7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alpha val="6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400" cy="45504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sldNum" idx="11"/>
          </p:nvPr>
        </p:nvSpPr>
        <p:spPr>
          <a:xfrm>
            <a:off x="9264240" y="621648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7369"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408627-9F32-4FA4-A55D-1F0CAC982D7A}" type="slidenum">
              <a:rPr b="0" lang="en-US" sz="1340" spc="-1" strike="noStrike">
                <a:solidFill>
                  <a:schemeClr val="dk2"/>
                </a:solidFill>
                <a:latin typeface="Arial"/>
                <a:ea typeface="Arial"/>
              </a:rPr>
              <a:t>&lt;編號&gt;</a:t>
            </a:fld>
            <a:endParaRPr b="0" lang="en-US" sz="13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Google Shape;100;p26"/>
          <p:cNvSpPr/>
          <p:nvPr/>
        </p:nvSpPr>
        <p:spPr>
          <a:xfrm>
            <a:off x="206280" y="0"/>
            <a:ext cx="517320" cy="610560"/>
          </a:xfrm>
          <a:prstGeom prst="parallelogram">
            <a:avLst>
              <a:gd name="adj" fmla="val 58732"/>
            </a:avLst>
          </a:prstGeom>
          <a:solidFill>
            <a:srgbClr val="f2ca4e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723960" y="10080"/>
            <a:ext cx="11145600" cy="61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zh-TW" sz="2800" spc="-1" strike="noStrike">
                <a:solidFill>
                  <a:schemeClr val="dk1"/>
                </a:solidFill>
                <a:latin typeface="Arial"/>
              </a:rPr>
              <a:t>請按這裡編輯題名文字格式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7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706040"/>
            <a:ext cx="9143640" cy="11574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 algn="ctr">
              <a:lnSpc>
                <a:spcPct val="114000"/>
              </a:lnSpc>
              <a:spcAft>
                <a:spcPts val="1599"/>
              </a:spcAft>
              <a:buNone/>
            </a:pP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衛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福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部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次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世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代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數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位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醫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療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平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台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計</a:t>
            </a:r>
            <a:r>
              <a:rPr b="1" lang="zh-TW" sz="44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畫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1604160" y="419652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329040" tIns="91440" bIns="91440" anchor="b">
            <a:noAutofit/>
          </a:bodyPr>
          <a:p>
            <a:pPr indent="0"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5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AI </a:t>
            </a:r>
            <a:r>
              <a:rPr b="1" lang="zh-TW" sz="215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問診</a:t>
            </a:r>
            <a:r>
              <a:rPr b="1" lang="zh-TW" sz="215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機器</a:t>
            </a:r>
            <a:r>
              <a:rPr b="1" lang="zh-TW" sz="215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人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115 </a:t>
            </a:r>
            <a:r>
              <a:rPr b="1" lang="zh-TW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年 </a:t>
            </a:r>
            <a:r>
              <a:rPr b="1" lang="en-US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8</a:t>
            </a:r>
            <a:r>
              <a:rPr b="1" lang="zh-TW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月 </a:t>
            </a:r>
            <a:r>
              <a:rPr b="1" lang="en-US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28</a:t>
            </a:r>
            <a:r>
              <a:rPr b="1" lang="zh-TW" sz="2160" spc="-1" strike="noStrike" cap="all">
                <a:solidFill>
                  <a:schemeClr val="dk1"/>
                </a:solidFill>
                <a:latin typeface="Microsoft YaHei"/>
                <a:ea typeface="Microsoft YaHei"/>
              </a:rPr>
              <a:t>日</a:t>
            </a:r>
            <a:endParaRPr b="0" lang="en-US" sz="2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標題 1"/>
          <p:cNvSpPr/>
          <p:nvPr/>
        </p:nvSpPr>
        <p:spPr>
          <a:xfrm>
            <a:off x="1604160" y="2863800"/>
            <a:ext cx="9143640" cy="78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noAutofit/>
          </a:bodyPr>
          <a:p>
            <a:pPr algn="ctr" defTabSz="914400">
              <a:lnSpc>
                <a:spcPct val="114000"/>
              </a:lnSpc>
              <a:spcAft>
                <a:spcPts val="1599"/>
              </a:spcAft>
            </a:pPr>
            <a:r>
              <a:rPr b="1" lang="zh-TW" sz="3600" spc="-1" strike="noStrike" cap="all">
                <a:solidFill>
                  <a:schemeClr val="accent1"/>
                </a:solidFill>
                <a:latin typeface="Microsoft YaHei"/>
                <a:ea typeface="Microsoft YaHei"/>
              </a:rPr>
              <a:t>雙週報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22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61" name="object 3" descr=""/>
          <p:cNvPicPr/>
          <p:nvPr/>
        </p:nvPicPr>
        <p:blipFill>
          <a:blip r:embed="rId1"/>
          <a:stretch/>
        </p:blipFill>
        <p:spPr>
          <a:xfrm>
            <a:off x="10918440" y="447120"/>
            <a:ext cx="723240" cy="723240"/>
          </a:xfrm>
          <a:prstGeom prst="rect">
            <a:avLst/>
          </a:prstGeom>
          <a:ln w="0">
            <a:noFill/>
          </a:ln>
        </p:spPr>
      </p:pic>
      <p:grpSp>
        <p:nvGrpSpPr>
          <p:cNvPr id="62" name="object 4"/>
          <p:cNvGrpSpPr/>
          <p:nvPr/>
        </p:nvGrpSpPr>
        <p:grpSpPr>
          <a:xfrm>
            <a:off x="0" y="3058920"/>
            <a:ext cx="12191760" cy="3798720"/>
            <a:chOff x="0" y="3058920"/>
            <a:chExt cx="12191760" cy="3798720"/>
          </a:xfrm>
        </p:grpSpPr>
        <p:pic>
          <p:nvPicPr>
            <p:cNvPr id="63" name="object 5" descr=""/>
            <p:cNvPicPr/>
            <p:nvPr/>
          </p:nvPicPr>
          <p:blipFill>
            <a:blip r:embed="rId2"/>
            <a:stretch/>
          </p:blipFill>
          <p:spPr>
            <a:xfrm>
              <a:off x="0" y="3429000"/>
              <a:ext cx="12191760" cy="3428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4" name="object 6"/>
            <p:cNvSpPr/>
            <p:nvPr/>
          </p:nvSpPr>
          <p:spPr>
            <a:xfrm>
              <a:off x="9197640" y="3429000"/>
              <a:ext cx="711720" cy="735480"/>
            </a:xfrm>
            <a:custGeom>
              <a:avLst/>
              <a:gdLst>
                <a:gd name="textAreaLeft" fmla="*/ 0 w 711720"/>
                <a:gd name="textAreaRight" fmla="*/ 712080 w 711720"/>
                <a:gd name="textAreaTop" fmla="*/ 0 h 735480"/>
                <a:gd name="textAreaBottom" fmla="*/ 735840 h 735480"/>
              </a:gdLst>
              <a:ahLst/>
              <a:rect l="textAreaLeft" t="textAreaTop" r="textAreaRight" b="textAreaBottom"/>
              <a:pathLst>
                <a:path w="534034" h="551814">
                  <a:moveTo>
                    <a:pt x="533410" y="551195"/>
                  </a:moveTo>
                  <a:lnTo>
                    <a:pt x="0" y="551195"/>
                  </a:lnTo>
                  <a:lnTo>
                    <a:pt x="0" y="0"/>
                  </a:lnTo>
                  <a:lnTo>
                    <a:pt x="533410" y="0"/>
                  </a:lnTo>
                  <a:lnTo>
                    <a:pt x="533410" y="551195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" name="object 7"/>
            <p:cNvSpPr/>
            <p:nvPr/>
          </p:nvSpPr>
          <p:spPr>
            <a:xfrm>
              <a:off x="1142640" y="3058920"/>
              <a:ext cx="378000" cy="377280"/>
            </a:xfrm>
            <a:custGeom>
              <a:avLst/>
              <a:gdLst>
                <a:gd name="textAreaLeft" fmla="*/ 0 w 378000"/>
                <a:gd name="textAreaRight" fmla="*/ 378360 w 378000"/>
                <a:gd name="textAreaTop" fmla="*/ 0 h 377280"/>
                <a:gd name="textAreaBottom" fmla="*/ 377640 h 377280"/>
              </a:gdLst>
              <a:ahLst/>
              <a:rect l="textAreaLeft" t="textAreaTop" r="textAreaRight" b="textAreaBottom"/>
              <a:pathLst>
                <a:path w="283844" h="283210">
                  <a:moveTo>
                    <a:pt x="283503" y="282882"/>
                  </a:moveTo>
                  <a:lnTo>
                    <a:pt x="0" y="282882"/>
                  </a:lnTo>
                  <a:lnTo>
                    <a:pt x="0" y="0"/>
                  </a:lnTo>
                  <a:lnTo>
                    <a:pt x="283503" y="0"/>
                  </a:lnTo>
                  <a:lnTo>
                    <a:pt x="283503" y="282882"/>
                  </a:lnTo>
                  <a:close/>
                </a:path>
              </a:pathLst>
            </a:custGeom>
            <a:solidFill>
              <a:srgbClr val="def3b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6" name="object 8"/>
            <p:cNvSpPr/>
            <p:nvPr/>
          </p:nvSpPr>
          <p:spPr>
            <a:xfrm>
              <a:off x="9909000" y="3100680"/>
              <a:ext cx="1706400" cy="328320"/>
            </a:xfrm>
            <a:custGeom>
              <a:avLst/>
              <a:gdLst>
                <a:gd name="textAreaLeft" fmla="*/ 0 w 1706400"/>
                <a:gd name="textAreaRight" fmla="*/ 1706760 w 170640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1280159" h="246380">
                  <a:moveTo>
                    <a:pt x="1279789" y="246320"/>
                  </a:moveTo>
                  <a:lnTo>
                    <a:pt x="0" y="246320"/>
                  </a:lnTo>
                  <a:lnTo>
                    <a:pt x="0" y="0"/>
                  </a:lnTo>
                  <a:lnTo>
                    <a:pt x="1279789" y="0"/>
                  </a:lnTo>
                  <a:lnTo>
                    <a:pt x="1279789" y="246320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7" name="object 9"/>
            <p:cNvSpPr/>
            <p:nvPr/>
          </p:nvSpPr>
          <p:spPr>
            <a:xfrm>
              <a:off x="0" y="3429000"/>
              <a:ext cx="856440" cy="854640"/>
            </a:xfrm>
            <a:custGeom>
              <a:avLst/>
              <a:gdLst>
                <a:gd name="textAreaLeft" fmla="*/ 0 w 856440"/>
                <a:gd name="textAreaRight" fmla="*/ 856800 w 856440"/>
                <a:gd name="textAreaTop" fmla="*/ 0 h 854640"/>
                <a:gd name="textAreaBottom" fmla="*/ 855000 h 854640"/>
              </a:gdLst>
              <a:ahLst/>
              <a:rect l="textAreaLeft" t="textAreaTop" r="textAreaRight" b="textAreaBottom"/>
              <a:pathLst>
                <a:path w="642620" h="641350">
                  <a:moveTo>
                    <a:pt x="642359" y="640952"/>
                  </a:moveTo>
                  <a:lnTo>
                    <a:pt x="0" y="640952"/>
                  </a:lnTo>
                  <a:lnTo>
                    <a:pt x="0" y="0"/>
                  </a:lnTo>
                  <a:lnTo>
                    <a:pt x="642359" y="0"/>
                  </a:lnTo>
                  <a:lnTo>
                    <a:pt x="642359" y="640952"/>
                  </a:lnTo>
                  <a:close/>
                </a:path>
              </a:pathLst>
            </a:custGeom>
            <a:solidFill>
              <a:srgbClr val="054f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228480" y="1578240"/>
            <a:ext cx="7071120" cy="1162080"/>
          </a:xfrm>
          <a:prstGeom prst="rect">
            <a:avLst/>
          </a:prstGeom>
          <a:noFill/>
          <a:ln w="0">
            <a:noFill/>
          </a:ln>
        </p:spPr>
        <p:txBody>
          <a:bodyPr lIns="0" rIns="0" tIns="16920" bIns="0" anchor="t">
            <a:noAutofit/>
          </a:bodyPr>
          <a:p>
            <a:pPr marL="16920" indent="0">
              <a:lnSpc>
                <a:spcPct val="100000"/>
              </a:lnSpc>
              <a:spcBef>
                <a:spcPts val="133"/>
              </a:spcBef>
              <a:buNone/>
            </a:pPr>
            <a:r>
              <a:rPr b="1" lang="en-US" sz="4270" spc="-1" strike="noStrike">
                <a:solidFill>
                  <a:schemeClr val="lt1"/>
                </a:solidFill>
                <a:latin typeface="Arial"/>
                <a:ea typeface="Arial"/>
              </a:rPr>
              <a:t>Thanks</a:t>
            </a:r>
            <a:r>
              <a:rPr b="1" lang="en-US" sz="4270" spc="-4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1" lang="en-US" sz="4270" spc="-1" strike="noStrike">
                <a:solidFill>
                  <a:schemeClr val="lt1"/>
                </a:solidFill>
                <a:latin typeface="Arial"/>
                <a:ea typeface="Arial"/>
              </a:rPr>
              <a:t>for</a:t>
            </a:r>
            <a:r>
              <a:rPr b="1" lang="en-US" sz="4270" spc="-4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1" lang="en-US" sz="4270" spc="-1" strike="noStrike">
                <a:solidFill>
                  <a:schemeClr val="lt1"/>
                </a:solidFill>
                <a:latin typeface="Arial"/>
                <a:ea typeface="Arial"/>
              </a:rPr>
              <a:t>your</a:t>
            </a:r>
            <a:r>
              <a:rPr b="1" lang="en-US" sz="4270" spc="-35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1" lang="en-US" sz="4270" spc="-1" strike="noStrike">
                <a:solidFill>
                  <a:schemeClr val="lt1"/>
                </a:solidFill>
                <a:latin typeface="Arial"/>
                <a:ea typeface="Arial"/>
              </a:rPr>
              <a:t>attention</a:t>
            </a:r>
            <a:r>
              <a:rPr b="1" lang="en-US" sz="4270" spc="-4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1" lang="en-US" sz="4270" spc="-35" strike="noStrike">
                <a:solidFill>
                  <a:schemeClr val="lt1"/>
                </a:solidFill>
                <a:latin typeface="Arial"/>
                <a:ea typeface="Arial"/>
              </a:rPr>
              <a:t>!!</a:t>
            </a:r>
            <a:endParaRPr b="0" lang="en-US" sz="427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69" name="object 11"/>
          <p:cNvGrpSpPr/>
          <p:nvPr/>
        </p:nvGrpSpPr>
        <p:grpSpPr>
          <a:xfrm>
            <a:off x="1585080" y="513360"/>
            <a:ext cx="1521000" cy="1608120"/>
            <a:chOff x="1585080" y="513360"/>
            <a:chExt cx="1521000" cy="1608120"/>
          </a:xfrm>
        </p:grpSpPr>
        <p:sp>
          <p:nvSpPr>
            <p:cNvPr id="70" name="object 12"/>
            <p:cNvSpPr/>
            <p:nvPr/>
          </p:nvSpPr>
          <p:spPr>
            <a:xfrm>
              <a:off x="1585080" y="1008360"/>
              <a:ext cx="1076760" cy="111312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113120"/>
                <a:gd name="textAreaBottom" fmla="*/ 1113480 h 1113120"/>
              </a:gdLst>
              <a:ahLst/>
              <a:rect l="textAreaLeft" t="textAreaTop" r="textAreaRight" b="textAreaBottom"/>
              <a:pathLst>
                <a:path w="807719" h="835025">
                  <a:moveTo>
                    <a:pt x="807556" y="834482"/>
                  </a:moveTo>
                  <a:lnTo>
                    <a:pt x="0" y="834482"/>
                  </a:lnTo>
                  <a:lnTo>
                    <a:pt x="0" y="0"/>
                  </a:lnTo>
                  <a:lnTo>
                    <a:pt x="807556" y="0"/>
                  </a:lnTo>
                  <a:lnTo>
                    <a:pt x="807556" y="834482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" name="object 13"/>
            <p:cNvSpPr/>
            <p:nvPr/>
          </p:nvSpPr>
          <p:spPr>
            <a:xfrm>
              <a:off x="2636640" y="513360"/>
              <a:ext cx="469440" cy="485640"/>
            </a:xfrm>
            <a:custGeom>
              <a:avLst/>
              <a:gdLst>
                <a:gd name="textAreaLeft" fmla="*/ 0 w 469440"/>
                <a:gd name="textAreaRight" fmla="*/ 469800 w 469440"/>
                <a:gd name="textAreaTop" fmla="*/ 0 h 485640"/>
                <a:gd name="textAreaBottom" fmla="*/ 486000 h 485640"/>
              </a:gdLst>
              <a:ahLst/>
              <a:rect l="textAreaLeft" t="textAreaTop" r="textAreaRight" b="textAreaBottom"/>
              <a:pathLst>
                <a:path w="352425" h="364490">
                  <a:moveTo>
                    <a:pt x="352232" y="363976"/>
                  </a:moveTo>
                  <a:lnTo>
                    <a:pt x="0" y="363976"/>
                  </a:lnTo>
                  <a:lnTo>
                    <a:pt x="0" y="0"/>
                  </a:lnTo>
                  <a:lnTo>
                    <a:pt x="352232" y="0"/>
                  </a:lnTo>
                  <a:lnTo>
                    <a:pt x="352232" y="363976"/>
                  </a:lnTo>
                  <a:close/>
                </a:path>
              </a:pathLst>
            </a:custGeom>
            <a:solidFill>
              <a:srgbClr val="fff9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72" name="object 14"/>
          <p:cNvSpPr/>
          <p:nvPr/>
        </p:nvSpPr>
        <p:spPr>
          <a:xfrm>
            <a:off x="8929800" y="0"/>
            <a:ext cx="1557360" cy="513720"/>
          </a:xfrm>
          <a:custGeom>
            <a:avLst/>
            <a:gdLst>
              <a:gd name="textAreaLeft" fmla="*/ 0 w 1557360"/>
              <a:gd name="textAreaRight" fmla="*/ 1557720 w 1557360"/>
              <a:gd name="textAreaTop" fmla="*/ 0 h 513720"/>
              <a:gd name="textAreaBottom" fmla="*/ 514080 h 513720"/>
            </a:gdLst>
            <a:ahLst/>
            <a:rect l="textAreaLeft" t="textAreaTop" r="textAreaRight" b="textAreaBottom"/>
            <a:pathLst>
              <a:path w="1168400" h="385445">
                <a:moveTo>
                  <a:pt x="1168381" y="384942"/>
                </a:moveTo>
                <a:lnTo>
                  <a:pt x="0" y="384942"/>
                </a:lnTo>
                <a:lnTo>
                  <a:pt x="0" y="0"/>
                </a:lnTo>
                <a:lnTo>
                  <a:pt x="1168381" y="0"/>
                </a:lnTo>
                <a:lnTo>
                  <a:pt x="1168381" y="384942"/>
                </a:lnTo>
                <a:close/>
              </a:path>
            </a:pathLst>
          </a:custGeom>
          <a:solidFill>
            <a:srgbClr val="054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Simple Light">
  <a:themeElements>
    <a:clrScheme name="自訂 35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2022-12-14T08:54:03Z</dcterms:created>
  <dc:creator>張慈映</dc:creator>
  <dc:description/>
  <dc:language>zh-TW</dc:language>
  <cp:lastModifiedBy/>
  <dcterms:modified xsi:type="dcterms:W3CDTF">2026-09-01T00:49:01Z</dcterms:modified>
  <cp:revision>3</cp:revision>
  <dc:subject/>
  <dc:title>PowerPoint 簡報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